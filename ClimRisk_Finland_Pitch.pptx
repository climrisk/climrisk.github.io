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Severity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6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7556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Brewery (F&amp;B)</c:v>
                  </c:pt>
                  <c:pt idx="1">
                    <c:v>Steel Plant</c:v>
                  </c:pt>
                  <c:pt idx="2">
                    <c:v>Cement Plant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3.96</c:v>
                </c:pt>
                <c:pt idx="1">
                  <c:v>2.52</c:v>
                </c:pt>
                <c:pt idx="2">
                  <c:v>1.4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B16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Clim</a:t>
            </a:r>
            <a:pPr indent="0" marL="0">
              <a:buNone/>
            </a:pPr>
            <a:r>
              <a:rPr lang="en-US" sz="54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Risk Intelligence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the quantified climate risk numbers that regulators, auditors and CFOs require.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520440"/>
            <a:ext cx="1920240" cy="1097280"/>
          </a:xfrm>
          <a:prstGeom prst="rect">
            <a:avLst/>
          </a:prstGeom>
          <a:solidFill>
            <a:srgbClr val="112240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35478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40416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mandatory disclosure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06040" y="3520440"/>
            <a:ext cx="1920240" cy="1097280"/>
          </a:xfrm>
          <a:prstGeom prst="rect">
            <a:avLst/>
          </a:prstGeom>
          <a:solidFill>
            <a:srgbClr val="112240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35478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06040" y="40416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hazard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modelled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3520440"/>
            <a:ext cx="1920240" cy="1097280"/>
          </a:xfrm>
          <a:prstGeom prst="rect">
            <a:avLst/>
          </a:prstGeom>
          <a:solidFill>
            <a:srgbClr val="112240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35478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54880" y="40416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NGFS carbon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scenarios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903720" y="3520440"/>
            <a:ext cx="1920240" cy="1097280"/>
          </a:xfrm>
          <a:prstGeom prst="rect">
            <a:avLst/>
          </a:prstGeom>
          <a:solidFill>
            <a:srgbClr val="112240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03720" y="35478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903720" y="40416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assessment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time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Shrinivash Dhamodhara Kannan  ·  Founder  ·  shri@climrisk.io  ·  climrisk.io  ·  KVK 95420134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Regulators want numbers. Companies can't produce them.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554480"/>
            <a:ext cx="2697480" cy="32004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54480"/>
            <a:ext cx="269748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6420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Regulation is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B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arriving fast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2423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CSRD is live in the EU. TCFD is mandatory in the UK. IFRS S2 is being adopted across 40+ jurisdictions. Every major financial regulator is asking companies one question: what is climate change going to do to your balance sheet?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554480"/>
            <a:ext cx="2697480" cy="32004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554480"/>
            <a:ext cx="269748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66420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answer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B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doesn't exist yet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2331720"/>
            <a:ext cx="2423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companies today respond with a PDF template, a consultancy engagement that takes 6 months and costs six figures, or a heat map with traffic lights. None of these satisfy a regulator or an auditor asking for dollar figures.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80760" y="1554480"/>
            <a:ext cx="2697480" cy="32004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554480"/>
            <a:ext cx="269748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66420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tools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B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solve it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2331720"/>
            <a:ext cx="2423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MSCI ESG and Sustainalytics provide portfolio screening scores, not asset-level financial numbers. A brewery and a cement plant in the same location get the same water stress score. That is not good enough for CSRD filing.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climrisk.io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50,000+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companies in scope for CSRD filings in Europe alone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286000"/>
            <a:ext cx="3840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4231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$2.4B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global climate risk analytics market by 2028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(CAGR 28%, driven by mandatory disclosure)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703320"/>
            <a:ext cx="3840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7947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targets: sustainability consultancies (800+ in NL/EU), PE/asset managers, large corporates with CSRD obligations, banks running climate stress tests.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960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CSRD Filing Deadlines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463040"/>
            <a:ext cx="91440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4630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715000" y="1463040"/>
            <a:ext cx="310896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06440" y="1463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listed companies (500+ employees)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286000"/>
            <a:ext cx="91440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2860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715000" y="2286000"/>
            <a:ext cx="310896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2286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large EU companies (250+ employees)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108960"/>
            <a:ext cx="91440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1089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2027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715000" y="3108960"/>
            <a:ext cx="310896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06440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SMEs, non-EU companies with EU revenue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931920"/>
            <a:ext cx="9144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9319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2028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715000" y="3931920"/>
            <a:ext cx="310896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06440" y="39319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Non-EU companies with EU subsidiaries/branches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0" y="4754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is open now — and growing each year.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climrisk.io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Clim</a:t>
            </a:r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</a:t>
            </a:r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CRI Engine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a completed regulatory filing in 24-48 hours.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2743200" cy="36576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34440"/>
            <a:ext cx="27432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258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18288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Physical Risk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2194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Capital-at-Risk in USD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51460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hazard types: flood, heat, cyclone, drought, wildfire, sea level rise and more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IPCC AR6 warming amplification per SSP scenario and year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sector-specific multipliers — a brewery and a cement plant get different scores in the same location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GPS-resolved to 25km grid, asset by asset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743200" cy="36576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234440"/>
            <a:ext cx="27432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3258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37560" y="18288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Transition Risk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37560" y="2194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and Enterprise Value impact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251460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1/2/3 emissions mapped to NGFS Phase 4 carbon price pathways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Zero 2050, Delayed Transition, Current Policies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model: carbon cost reducing EBITDA each year 2026 to 2050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Climate-adjusted WACC premium by sector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26480" y="1234440"/>
            <a:ext cx="2743200" cy="36576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234440"/>
            <a:ext cx="27432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3258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263640" y="18288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Disclosure Output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2194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Pre-filled, audit-ready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TCFD four-pillar structure fully populated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S2 quantitative metrics pre-calculated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CSRD / ESRS E1 with double materiality matrix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BRSR Core (SEBI) for Indian filers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traceable to its source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climrisk.io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DIFFERENTIATOR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Sector-specific hazard intelligence. Same location, completely different risk.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Water Stress Score — Same GPS Coordinates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828800"/>
          <a:ext cx="42062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754880" y="1463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scores differ — sector multipliers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874520"/>
          <a:ext cx="4206240" cy="27432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7373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Stress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 &amp; Beverage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x2.8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3-7 L water per L product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Steel &amp; Metals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x1.8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 L per tonne of crude steel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x0.65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Kilns recycle process water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/ Utilities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x2.5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40-50 L per kWh for cooling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Estate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x1.2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Indirect — insurance/value erosion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Agriculture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x3.2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crop yield dependency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sectors profiled. Every multiplier sourced from CDP, WRI, IEA or sector industry body publications.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climrisk.io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MSCI / Sustainalytics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Consultancies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ClimRisk CRI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8595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Asset-level physical CaR ($)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Manual, expensive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883664"/>
          <a:ext cx="8595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Sector-specific hazard multipliers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16 sectors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395728"/>
          <a:ext cx="8595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NGFS carbon price scenarios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Phase 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07792"/>
          <a:ext cx="8595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disclosure output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TCFD/IFRS/CSRD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419856"/>
          <a:ext cx="8595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Auditable, traceable methodology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audit trail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931920"/>
          <a:ext cx="8595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6-12 weeks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24-48 hours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443984"/>
          <a:ext cx="8595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per assessment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SaaS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50k-150k EUR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Fraction of 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12" name="Text 2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climrisk.io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97480" cy="347472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135331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SaaS Platform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500-2,000 EUR/mo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24231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2316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consultancies and asset managers running multiple assessments per month. Seat-based, with usage tier above a threshold. Highest LTV segment.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697480" cy="3474720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0972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337560" y="135331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Per-Report Licensing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337560" y="19019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1,500-8,000 EUR/report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337560" y="2331720"/>
            <a:ext cx="24231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242316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Corporates generating a one-off CSRD or TCFD filing. Priced by company size and number of assets. Fast to close, minimal onboarding required.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1005840"/>
            <a:ext cx="2697480" cy="3474720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10972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217920" y="135331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White-Label API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217920" y="19019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share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217920" y="2331720"/>
            <a:ext cx="24231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242316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Consultancies and audit firms that want CRI's engine behind their own branded product. Unlocks enterprise accounts ClimRisk cannot reach directly.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blended ARPU at maturity: 3,200 EUR/customer/month across all segments.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climrisk.io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Are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live at climrisk.io — publicly accessible, no login required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methodology documentation completed (CRI_Methodology_v1.pdf)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engagement active with Morelli Consulting, UK-based sustainability advisory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Incorporated in Netherlands — KVK 95420134, BTW NL004902017B42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sector profiles calibrated from CDP, WRI, IEA and industry body publications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TCFD, IFRS S2, CSRD/ESRS E1, BRSR disclosure outputs implemented and tested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84632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12 Months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417320"/>
            <a:ext cx="914400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417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806440" y="1417320"/>
            <a:ext cx="301752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97880" y="1417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first two paid pilot clients. Founder relocates to Helsinki on startup permit.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46320" y="2258568"/>
            <a:ext cx="914400" cy="54864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25856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06440" y="2258568"/>
            <a:ext cx="301752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225856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SaaS subscription tier. First white-label API conversation with a Finnish consultancy.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46320" y="3099816"/>
            <a:ext cx="914400" cy="54864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309981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06440" y="3099816"/>
            <a:ext cx="301752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309981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TNFD nature-related risk layer in beta. Real-time asset registry sync.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46320" y="3941064"/>
            <a:ext cx="914400" cy="54864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94106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3941064"/>
            <a:ext cx="301752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394106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paying customers. Seed round to fund engineering hire and enterprise sales.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climrisk.io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Shrinivash Dhamodhara Kannan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  ·  ISO 14067 Climate Risk Analyst &amp; Auditor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691640"/>
            <a:ext cx="4114800" cy="146304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691640"/>
            <a:ext cx="54864" cy="1463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83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ClimRisk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391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  ·  Apr 2026 – Present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295144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CRI Engine from scratch: physical and transition risk modelling, NGFS carbon pathways, automated TCFD/IFRS S2/CSRD disclosure output. Incorporated in the Netherlands.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691640"/>
            <a:ext cx="4114800" cy="146304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691640"/>
            <a:ext cx="54864" cy="1463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783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Erasmus University Rotterdam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20391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Urban Management  ·  Sep 2023 – Sep 2024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92040" y="2295144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Specialisation in Urban Environment, Sustainability and Climate Change. Built the academic foundation for climate-financial risk quantification and the EU ecosystem network.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3291840"/>
            <a:ext cx="4114800" cy="146304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91840"/>
            <a:ext cx="54864" cy="1463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83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Ramco Cements Limited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639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Engineer Trainee  ·  Dec 2020 – May 2023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895344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Architected Scope 1-3 GHG inventories across 4 manufacturing facilities. 450,000 tCO2e quantified annually with 95% third-party verification accuracy, zero non-conformances. Led $50M capital allocation case for alternative fuels.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3291840"/>
            <a:ext cx="4114800" cy="146304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291840"/>
            <a:ext cx="54864" cy="1463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383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Habitat Forum INHAF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3639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Lead, Climate Change  ·  Oct 2025 – Present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92040" y="3895344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climate risk model translating hazard exposure to financial stress indicators across 5 urban sectors. Contributed to 8M EUR in municipal climate adaptation funding.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climrisk.io  ·  shri@climrisk.io  ·  +31 647 140 567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FINLAND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Finland is not a convenient choice. It is the right one for what ClimRisk does.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411480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08760"/>
            <a:ext cx="411480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184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Client Base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Neste, Wärtsilä, Fortum, UPM, Stora Enso and KONE are Helsinki-headquartered corporates with global operations and mandatory CSRD filing obligations. Neste's refinery assets carry cyclone and flood exposure. Wärtsilä's manufacturing spans high-drought regions. UPM's forestry faces wildfire and water stress risk at asset level. None of them currently have a tool that produces the dollar figures CSRD requires.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508760"/>
            <a:ext cx="411480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508760"/>
            <a:ext cx="411480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6184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Cleantech Ecosystem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9659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Cleantech Finland and the Aalto University energy and climate research group represent both a validation channel and a distribution network for CRI that does not exist at the same concentration elsewhere in Europe. A white-label partnership with a Finnish sustainability consultancy serving three of those corporate clients would deliver more commercial progress in six months than a year of cold outreach from outside the market.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3172968"/>
            <a:ext cx="411480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172968"/>
            <a:ext cx="411480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826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 Urgency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63016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Finland's largest listed companies had their first CSRD filings due in 2025. The mid-cap wave follows in 2026 and 2027. The Finnish Financial Supervisory Authority (Finanssivalvonta) is active on enforcement. The demand for a tool that outputs the required dollar figures, traceable to auditable methodology, is live right now — not in two years.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3172968"/>
            <a:ext cx="411480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172968"/>
            <a:ext cx="411480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2826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EU Entity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63016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ClimRisk is already incorporated as a Dutch entity: KVK 95420134, BTW NL004902017B42. The Finnish Startup Permit enables physical presence in Helsinki to lead the company directly. There is no need to re-incorporate. Day one operational credibility with Finnish clients and partners is immediate.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climrisk.io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175,000 EUR</a:t>
            </a:r>
            <a:pPr indent="0" marL="0">
              <a:buNone/>
            </a:pPr>
            <a:r>
              <a:rPr lang="en-US" sz="38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pre-seed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 of runway. One engineering hire. Three paying clients by month 12.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6276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of Funds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29968"/>
            <a:ext cx="1143000" cy="5669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3911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72,000 EUR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35915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09928" y="204825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hire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709928" y="2276856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Junior-to-mid engineer, 12 months at market rate. Owns real-time data ingestion, API layer, and enterprise onboarding tooling.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2761488"/>
            <a:ext cx="1143000" cy="5669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7063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48,000 EUR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09067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09928" y="277977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and business development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709928" y="3008376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to Finnish and EU corporates. Conference presence (Nordic Sustainable Finance Summit). Pilot client support and onboarding.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3493008"/>
            <a:ext cx="114300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50215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33,000 EUR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82219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709928" y="351129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Legal and compliance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709928" y="3739896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Finnish operational costs, GDPR compliance audit, IP protection, accountancy and filing. One-time costs for a properly run EU entity in Finland.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4224528"/>
            <a:ext cx="1143000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23367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22,000 EUR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55371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709928" y="424281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licences and infrastructure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709928" y="4471416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 Aqueduct pro tier licence, cloud infrastructure scaled to production load, uptime SLA, and monitoring tooling.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46320" y="162763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175k EUR Achieves by Month 12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46320" y="2029968"/>
            <a:ext cx="3977640" cy="16002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29200" y="2121408"/>
            <a:ext cx="3611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paying clients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revenue validates the commercial model and builds the case study pipeline.
</a:t>
            </a:r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API in negotiation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Finnish consultancy partner in discussion to embed CRI behind their CSRD practice.
</a:t>
            </a:r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ready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target of 60,000 EUR by month 12 to anchor the seed conversation.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46320" y="373075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Funding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46320" y="4041648"/>
            <a:ext cx="3977640" cy="9144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29200" y="411480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introductions 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Neste, Wärtsilä, Fortum, UPM or Stora Enso CSRD leads.
</a:t>
            </a:r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Consultancy connections 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engine for Finnish CSRD advisory practices.
</a:t>
            </a:r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access 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Aalto University climate research group for model validation.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funding received  ·  KVK 95420134  ·  BTW NL004902017B42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Clim</a:t>
            </a:r>
            <a:pPr indent="0" marL="0">
              <a:buNone/>
            </a:pPr>
            <a:r>
              <a:rPr lang="en-US" sz="58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457200" y="19659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Turning climate science into capital decisions.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0"/>
            <a:ext cx="4572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7432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shri@climrisk.io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1272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/ WhatsApp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+31 647 140 567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51129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climrisk.io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89534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climrisk.github.io/CRI_Demo.html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27939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KVK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95420134  ·  BTW NL004902017B42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ClimRisk — Finland Pitch</dc:title>
  <dc:subject>PptxGenJS Presentation</dc:subject>
  <dc:creator>Shrinivash Dhamodhara Kannan</dc:creator>
  <cp:lastModifiedBy>Shrinivash Dhamodhara Kannan</cp:lastModifiedBy>
  <cp:revision>1</cp:revision>
  <dcterms:created xsi:type="dcterms:W3CDTF">2026-05-06T08:55:27Z</dcterms:created>
  <dcterms:modified xsi:type="dcterms:W3CDTF">2026-05-06T08:55:27Z</dcterms:modified>
</cp:coreProperties>
</file>