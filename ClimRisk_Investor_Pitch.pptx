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Brewery (F&amp;B)</c:v>
                  </c:pt>
                  <c:pt idx="1">
                    <c:v>Steel Plant</c:v>
                  </c:pt>
                  <c:pt idx="2">
                    <c:v>Cement Plant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3.96</c:v>
                </c:pt>
                <c:pt idx="1">
                  <c:v>2.52</c:v>
                </c:pt>
                <c:pt idx="2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5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quantified climate risk numbers that regulators, auditors and CFOs require.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mandatory disclosure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hazard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modelled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NGFS carbon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scenarios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03720" y="3520440"/>
            <a:ext cx="1920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4041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assessment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Shrinivash Dhamodhara Kannan  ·  Founder  ·  shri@climrisk.io  ·  climrisk.io  ·  KVK 95420134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Regulators want numbers. Companies can't produce them.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 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arriving fast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is live in the EU. TCFD is mandatory in the UK. IFRS S2 is being adopted across 40+ jurisdictions. Every major financial regulator is asking companies one question: what is climate change going to do to your balance sheet?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exist yet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today respond with a PDF template, a consultancy engagement that takes 6 months and costs six figures, or a heat map with traffic lights. None of these satisfy a regulator or an auditor asking for dollar figures.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554480"/>
            <a:ext cx="2697480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554480"/>
            <a:ext cx="2697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6420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tools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solve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MSCI ESG and Sustainalytics provide portfolio screening scores, not asset-level financial numbers. A brewery and a cement plant in the same location get the same water stress score. That is not good enough for CSRD filing.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companies in scope for CSRD filings in Europe alone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23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global climate risk analytics market by 2028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(CAGR 28%, driven by mandatory disclosure)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70332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targets: sustainability consultancies (800+ in NL/EU), PE/asset managers, large corporates with CSRD obligations, banks running climate stress tests.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CSRD Filing Deadlines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9144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146304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listed companies (500+ employees)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9144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228600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large EU companies (250+ employees)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9144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108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15000" y="310896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SMEs, non-EU companies with EU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931920"/>
            <a:ext cx="9144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931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15000" y="3931920"/>
            <a:ext cx="3108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931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Non-EU companies with EU subsidiaries/branches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754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is open now — and growing each year.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CRI Engine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completed regulatory filing in 24–48 hours.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Risk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Capital-at-Risk in USD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hazard types: flood, heat, cyclone, drought, wildfire, sea level rise and more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 warming amplification per SSP scenario and year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sector-specific multipliers — a brewery and a cement plant get different scores in the same location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GPS-resolved to 25km grid, asset by asset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 Risk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and Enterprise Value impact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 emissions mapped to NGFS Phase 4 carbon price pathways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2050, Delayed Transition, Current Policies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model: carbon cost reducing EBITDA each year 2026 to 2050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Climate-adjusted WACC premium by sector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74320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344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Disclosure Output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Pre-filled, audit-ready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 four-pillar structure fully populated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S2 quantitative metrics pre-calculated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 / ESRS E1 with double materiality matrix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BRSR Core (SEBI) for Indian filers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traceable to its source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DIFFERENTIATOR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Sector-specific hazard intelligence. Same location, completely different risk.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Stress Score — Same GPS Coordinates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82880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scores differ — sector multipliers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74520"/>
          <a:ext cx="420624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737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&amp; Beverage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3–7 L water per L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&amp; Metals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L per tonne of crude steel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Kilns recycle process water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/ Utilities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40–50 L per kWh for cooling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— insurance/value erosion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crop yield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sectors profiled. Every multiplier sourced from CDP, WRI, IEA or sector industry body publications.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MSCI / Sustainalytics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ClimRisk CRI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Asset-level physical CaR ($)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expensive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83664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Sector-specific hazard multipliers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16 sectors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95728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NGFS carbon price scenarios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Phase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07792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disclosure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TCFD/IFRS/CSRD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19856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Auditable, traceable 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3192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weeks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24–48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43984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SaaS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€50k–€150k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2" name="Text 2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347472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Platform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€500–€2,000/mo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consultancies and asset managers running multiple assessments per month. Seat-based, with usage tier above a threshold. Highest LTV segment.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97480" cy="347472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3756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Per-Report Licensing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3756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€1,500–€8,000/report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3756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generating a one-off CSRD or TCFD filing. Priced by company size and number of assets. Fast to close, minimal onboarding required.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97480" cy="34747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17920" y="1353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White-Label API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17920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share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3317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4231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Consultancies and audit firms that want CRI's engine behind their own branded product. Unlocks enterprise accounts ClimRisk cannot reach directly.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blended ARPU at maturity: €3,200/customer/month across all segments.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live at climrisk.io — publicly accessible, no login required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 documentation completed (CRI_Methodology_v1.pdf)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engagement active with Morelli Consulting, UK-based sustainability advisory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in Netherlands — KVK 95420134, BTW NL004902017B42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sector profiles calibrated from CDP, WRI, IEA and industry body publications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TCFD, IFRS S2, CSRD/ESRS E1, BRSR disclosure outputs implemented and tested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12 Months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9144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06440" y="1417320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first two paid pilot clients. Founder relocates to Rotterdam on startup visa.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2258568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585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06440" y="2258568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258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SaaS subscription tier. First white-label API conversation with a consultancy.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3099816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09981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3099816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0998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TNFD nature-related risk layer in beta. Real-time asset registry sync.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3941064"/>
            <a:ext cx="914400" cy="54864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941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3941064"/>
            <a:ext cx="301752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39410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paying customers. Seed round to fund engineering hire and enterprise sales.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Shrinivash Dhamodhara Kannan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ISO 14067 Climate Risk Analyst &amp; Auditor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916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Apr 2026 – Present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CRI Engine from scratch: physical and transition risk modelling, NGFS carbon pathways, automated TCFD/IFRS S2/CSRD disclosure output. Incorporated in the Netherlands.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916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Erasmus University Rotterdam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039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Urban Management  ·  Sep 2023 – Sep 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22951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in Urban Environment, Sustainability and Climate Change. Built the academic foundation for climate-financial risk quantification and the Dutch ecosystem network.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918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Ramco Cements Limited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Engineer Trainee  ·  Dec 2020 – May 2023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953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Scope 1–3 GHG inventories across 4 manufacturing facilities. 450,000 tCO2e quantified annually with 95% third-party verification accuracy, zero non-conformances. Led $50M capital allocation case for alternative fuels.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11480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9184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Habitat Forum INHAF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639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Lead, Climate Change  ·  Oct 2025 – Present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389534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climate risk model translating hazard exposure to financial stress indicators across 5 urban sectors. Contributed to €8M in municipal climate adaptation funding.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  ·  shri@climrisk.io  ·  +31 647 140 567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NETHERLANDS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default choice. The Netherlands is where the market, the science and my network converge.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ING, Shell, LyondellBasell, DSM-Firmenich, Heineken, BASF European operations. All face mandatory CSRD filings. All need the numbers CRI produces. Rotterdam port, chemicals and energy clusters carry some of the highest physical climate exposure in Europe.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18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Connection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at Erasmus University Rotterdam. Worked in Rotterdam at Flink after graduating. Dutch phone number still active (+31 647 140 567). ClimRisk B.V. incorporated here: KVK 95420134, BTW NL004902017B42.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172968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72968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Ecosystem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30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Delft Climate Institute and Deltares are global leaders in flood risk and physical climate modelling — the exact domain CRI's physical hazard layer draws on. These are natural validation partners.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172968"/>
            <a:ext cx="411480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72968"/>
            <a:ext cx="4114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Consultancy Market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630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Netherlands has 800+ sustainability consultancies. Most advise on CSRD and TCFD without a quantitative modelling engine. CRI is designed to sit behind an advisory practice as a white-label platform.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€175,000</a:t>
            </a:r>
            <a:pPr indent="0" marL="0">
              <a:buNone/>
            </a:pPr>
            <a:r>
              <a:rPr lang="en-US" sz="3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pre-seed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runway. One engineering hire. Three paying clients by month 12.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29968"/>
            <a:ext cx="100584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391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€72,000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72768" y="20482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hire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2768" y="22768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Junior-to-mid engineer, 12 months at Netherlands market rate. Owns real-time data ingestion, API layer, and enterprise onboarding tooling.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100584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706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€48,000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72768" y="2779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and business development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72768" y="30083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to Dutch and EU corporates. Conference presence (Responsible Business Summit, Sustainable Finance Forum). Pilot client support and onboarding.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100584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021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€33,000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72768" y="3511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and compliance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72768" y="37398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B.V. operational costs, GDPR compliance audit, IP protection, accountancy and annual filing. One-time costs for a properly run Dutch entity.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100584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33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€22,000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72768" y="42428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licences and infrastructure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72768" y="44714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Aqueduct pro tier licence, cloud infrastructure scaled to production load, uptime SLA, and monitoring tooling.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16276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€175k Achieves by Month 12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2029968"/>
            <a:ext cx="3977640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2121408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paying clients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 validates the commercial model and builds the case study pipeline.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API in negotiation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consultancy partner in discussion to embed CRI behind their CSRD practice.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ready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 of €60,000 by month 12 to anchor the seed conversation.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730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Funding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4041648"/>
            <a:ext cx="397764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41148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introductions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companies with CSRD obligations.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Consultancy connections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engine for CSRD advisory practices.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access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Delft Climate Institute or Deltares for model validation.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funding received  ·  KVK 95420134  ·  BTW NL004902017B42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</a:t>
            </a:r>
            <a:pPr indent="0" marL="0">
              <a:buNone/>
            </a:pPr>
            <a:r>
              <a:rPr lang="en-US" sz="5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climate science into capital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4572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shri@climrisk.io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WhatsApp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+31 647 140 567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1129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953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climrisk.github.io/CRI_Demo.html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95420134  ·  BTW NL004902017B42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ClimRisk — Investor Pitch</dc:title>
  <dc:subject>PptxGenJS Presentation</dc:subject>
  <dc:creator>Shrinivash Dhamodhara Kannan</dc:creator>
  <cp:lastModifiedBy>Shrinivash Dhamodhara Kannan</cp:lastModifiedBy>
  <cp:revision>1</cp:revision>
  <dcterms:created xsi:type="dcterms:W3CDTF">2026-05-06T07:47:29Z</dcterms:created>
  <dcterms:modified xsi:type="dcterms:W3CDTF">2026-05-06T07:47:29Z</dcterms:modified>
</cp:coreProperties>
</file>