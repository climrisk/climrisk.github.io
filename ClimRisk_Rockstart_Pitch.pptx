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Brewery (F&amp;B)</c:v>
                  </c:pt>
                  <c:pt idx="1">
                    <c:v>Steel Plant</c:v>
                  </c:pt>
                  <c:pt idx="2">
                    <c:v>Cement Plant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3.96</c:v>
                </c:pt>
                <c:pt idx="1">
                  <c:v>2.52</c:v>
                </c:pt>
                <c:pt idx="2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quantified climate risk numbers that regulators, auditors and CFOs require.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mandatory disclosure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hazard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modelled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carbon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scenarios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Shrinivash Dhamodhara Kannan  ·  Founder  ·  shri@climrisk.io  ·  climrisk.io  ·  KVK 95420134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Regulators want numbers. Companies can't produce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arriving fast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is live in the EU. TCFD is mandatory in the UK. IFRS S2 is being adopted across 40+ jurisdictions. Every major financial regulator is asking companies one question: what is climate change going to do to your balance sheet?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exist yet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today respond with a PDF template, a consultancy engagement that takes 6 months and costs six figures, or a heat map with traffic lights. None of these satisfy a regulator or an auditor asking for dollar figures.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solve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ESG and Sustainalytics provide portfolio screening scores, not asset-level financial numbers. A brewery and a cement plant in the same location get the same water stress score. That is not good enough for CSRD filing.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 in scope for CSRD filings in Europe alone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climate risk analytics market by 2028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28%, driven by mandatory disclosure)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targets: sustainability consultancies (800+ in NL/EU), PE/asset managers, large corporates with CSRD obligations, banks running climate stress tests.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CSRD Filing Deadlines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listed companies (500+ employees)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228600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large EU companies (250+ employees)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310896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SMEs, non-EU companies with EU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15000" y="393192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Non-EU companies with EU subsidiaries/branches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is open now — and growing each year.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CRI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completed regulatory filing in 24–48 hours.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 in USD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hazard types: flood, heat, cyclone, drought, wildfire, sea level rise and more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warming amplification per SSP scenario and year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sector-specific multipliers — a brewery and a cement plant get different scores in the same location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GPS-resolved to 25km grid, asset by asset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and Enterprise Value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emissions mapped to NGFS Phase 4 carbon price pathways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2050, Delayed Transition, Current Policies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model: carbon cost reducing EBITDA each year 2026 to 2050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Climate-adjusted WACC premium by sector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Disclosure 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audit-ready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 four-pillar structure fully populated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S2 quantitative metrics pre-calculated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/ ESRS E1 with double materiality matrix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Core (SEBI) for Indian filers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traceable to its source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Sector-specific hazard intelligence. Same location, completely different risk.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Stress Score — Same GPS Coordinates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8288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scores differ — sector multipliers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20624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Beverage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L water per L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&amp; Metals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L per tonne of crude steel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Kilns recycle process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Utilities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40–50 L per kWh for cooling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— insurance/value erosion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crop yield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sectors profiled. Every multiplier sourced from CDP, WRI, IEA or sector industry body publications.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MSCI / Sustainalytics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ClimRisk CRI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Asset-level physical CaR ($)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expensive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8366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Sector-specific hazard multipliers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16 sectors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NGFS carbon price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Phase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disclosure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TCFD/IFRS/CSRD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9856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Auditable, traceable 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319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4398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€50k–€150k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4747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Report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€4,000 / company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consultancies buy a CRI assessment, deliver it to their client under their brand, and keep the margin. Morelli Consulting (UK) is the active pilot. The consultancy already has the client trust — we provide the output.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3474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€2,000 / month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756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sustainability managers at mid-large companies who own their CSRD filing and need audit-ready outputs year-round. Includes unlimited re-runs, scenario updates, and live regulatory monitoring — replacing an annual consulting retainer.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3474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Screening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€4,000 / entity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asset managers screening portfolios for physical and transition risk exposure. 30 portfolio companies = €120,000 — directly competitive with Jupiter Intelligence and Moody's Climate, at a fraction of the onboarding time.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entry: white-label resellers. They bring the client trust. We deliver the compliance output.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at climrisk.io — publicly accessible, no login required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 documentation completed (CRI_Methodology_v1.pdf)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engagement active with Morelli Consulting, UK-based sustainability advisory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in Netherlands — KVK 95420134, BTW NL004902017B42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 profiles calibrated from CDP, WRI, IEA and industry body publications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TCFD, IFRS S2, CSRD/ESRS E1, BRSR disclosure outputs implemented and tested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first two paid pilot clients. Founder relocates to Rotterdam on startup visa.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2258568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258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SaaS subscription tier. First white-label API conversation with a consultancy.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3099816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0998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TNFD nature-related risk layer in beta. Real-time asset registry sync.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3941064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9410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paying customers. Seed round to fund engineering hire and enterprise sales.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Shrinivash Dhamodhara Kannan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ISO 14067 Climate Risk Analyst &amp; Auditor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Apr 2026 – Present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CRI Engine from scratch: physical and transition risk modelling, NGFS carbon pathways, automated TCFD/IFRS S2/CSRD disclosure output. Incorporated in the Netherlands.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Erasmus University Rotterdam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Urban Management  ·  Sep 2023 – Sep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in Urban Environment, Sustainability and Climate Change. Built the academic foundation for climate-financial risk quantification and the Dutch ecosystem network.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Ramco Cements Limited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Engineer Trainee  ·  Dec 2020 – May 2023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Scope 1–3 GHG inventories across 4 manufacturing facilities. 450,000 tCO2e quantified annually with 95% third-party verification accuracy, zero non-conformances. Led $50M capital allocation case for alternative fuels.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Forum INHAF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Lead, Climate Change  ·  Oct 2025 – Present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climate risk model translating hazard exposure to financial stress indicators across 5 urban sectors. Contributed to €8M in municipal climate adaptation funding.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  ·  shri@climrisk.io  ·  +31 647 140 567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NETHERLANDS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default choice. The Netherlands is where the market, the science and my network converge.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ING, Shell, LyondellBasell, DSM-Firmenich, Heineken, BASF European operations. All face mandatory CSRD filings. All need the numbers CRI produces. Rotterdam port, chemicals and energy clusters carry some of the highest physical climate exposure in Europe.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Connection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at Erasmus University Rotterdam. Worked in Rotterdam at Flink after graduating. Dutch phone number still active (+31 647 140 567). ClimRisk B.V. incorporated here: KVK 95420134, BTW NL004902017B42.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Ecosystem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Delft Climate Institute and Deltares are global leaders in flood risk and physical climate modelling — the exact domain CRI's physical hazard layer draws on. These are natural validation partners.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Consultancy 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Netherlands has 800+ sustainability consultancies. Most advise on CSRD and TCFD without a quantitative modelling engine. CRI is designed to sit behind an advisory practice as a white-label platform.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HEADED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outcomes across the next 18 months — built on what already exists.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536192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 – 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Paying Client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pilot assessment with an active CSRD-obligated corporate or consultancy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full physical + transition risk output plus completed disclosure template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CRI output meets audit-ready standard in real advisory context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structured feedback to prioritise the product development backlog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7889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536192"/>
            <a:ext cx="13716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 – 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18836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Foundation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340864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paying clients across at least 2 segments (corporate + consultancy)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white-label API conversation in active negotiation with a sustainability advisory firm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tier launched with monthly billing and self-serve onboarding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TNFD nature-related risk layer in beta — expands addressable scope beyond CSRD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2788920" cy="457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536192"/>
            <a:ext cx="1371600" cy="2743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 – 18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63640" y="18836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Scale-Ready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340864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8 paying clients generating repeatable monthly revenue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partnership live with at least one consultancy embedding CRI in their practice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asset registry sync and API enterprise tier operational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independently validated through academic or research partnership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deadline is fixed. The market is live right now. CRI is already built and running. The next 18 months is about proving the commercial model — not the technology.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climate science into capital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572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shri@climrisk.io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+31 647 140 567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112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953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climrisk.github.io/CRI_Demo.html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95420134  ·  BTW NL004902017B42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ClimRisk — Investor Pitch</dc:title>
  <dc:subject>PptxGenJS Presentation</dc:subject>
  <dc:creator>Shrinivash Dhamodhara Kannan</dc:creator>
  <cp:lastModifiedBy>Shrinivash Dhamodhara Kannan</cp:lastModifiedBy>
  <cp:revision>1</cp:revision>
  <dcterms:created xsi:type="dcterms:W3CDTF">2026-05-07T05:01:43Z</dcterms:created>
  <dcterms:modified xsi:type="dcterms:W3CDTF">2026-05-07T05:01:43Z</dcterms:modified>
</cp:coreProperties>
</file>